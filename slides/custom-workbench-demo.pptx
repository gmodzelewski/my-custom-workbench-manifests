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Custom Workbench Images for OpenShift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Jupyter workbench + OpenCode CLI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45-minute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OpenShift AI tour (10 min)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Custom images + CI (10 min)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Live demo (18 min)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Wrap-up + Q&amp;A (7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Who this is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Platform engineers registering notebook images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Data scientists who need consistent dev environments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Prerequisites: RHOAI 3.4, cluster admin for ImageStream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OpenShift AI in one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DataScienceCluster (operators)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Data Science Projects (tenancy)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Workbenches, model serving, pipelines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Data Science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Namespace + dashboard visibility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Shared connections (S3, DB)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Team collaboration boundary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Workbenches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JupyterLab and VS Code options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PVC for persistent /opt/app-root/src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Stock images vs bring-your-own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Connected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PVCs, Secrets, ConfigMaps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Git integration from JupyterLab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Hardware profiles (CPU/GPU)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Why customize an image?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Reproducible dependencies across the team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CLI tools, system packages, pinned versions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Same stack in workbench and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Extension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pip install in notebook (quick, not reproducible)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Extend base image in Containerfile (recommended)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Separate runtime image for pipelines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Build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git push → Tekton Pipeline → Quay → ImageStream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Local bootstrap: podman build + push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Dashboard picks up imported tags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Dev loop in the workbench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Clone repo in Jupyter Git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Edit Containerfile, commit, push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Stop/start workbench to pick up new image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Pipelines: build vs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Build images: OpenShift Pipelines / Tekton (or podman locally)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Run ML steps: Data Science Pipelines (Kubeflow)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KFP uses pre-built runtime base_image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Dashboard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Settings → Notebook images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Custom version tag 1.0 (not platform 3.4)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workbench-image-recommended: true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notebook-build-commit must match workbench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Demo: 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Custom Jupyter Data Science image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OpenCode CLI in terminal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Sample Python app for agent demo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Optional KFP verify pipeline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OpenCode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opencode run for non-interactive use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Provider auth via env or opencode auth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Agent for code explanation and refactors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Operational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Pin base image and tool versions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Scan images for CVEs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Air-gap: vendor OpenCode binary in repo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Rebuild on dependency updates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When not to customize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One-off pip install is enough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Short workshops with stock image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Cost of maintaining image &gt; benefit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Runtime images for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Containerfile.runtime without Jupyter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Same packages as workbench where possible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Pipeline component base_image points at runtime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Extend stock RHOAI image with a thin Containerfile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Push to Quay; register via ImageStream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Develop from git; use OpenCode in the terminal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00"/>
                </a:solidFill>
              </a:rPr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Repo: my-custom-workbench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opencode.ai/docs/cli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RHOAI docs: managing notebook images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C0000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